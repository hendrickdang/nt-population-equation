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static slide. No animation, no transitions, no audio or video.
Figures are spoken, not printed: overseas migration accounted for 90.4% of growth in the year to March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EARCH_SLIDE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626864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6F6E6A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Territory's Population Equation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Northern Territory population change by component, June 1981 to March 2026</a:t>
            </a:r>
            <a:endParaRPr lang="en-US" sz="1400" dirty="0"/>
          </a:p>
        </p:txBody>
      </p:sp>
      <p:pic>
        <p:nvPicPr>
          <p:cNvPr id="4" name="componentsChart" descr="/mnt/attach/outputs/nt-population-equation/outputs/components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33856"/>
            <a:ext cx="8375904" cy="3447288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46268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dirty="0">
                <a:solidFill>
                  <a:srgbClr val="6F6E6A"/>
                </a:solidFill>
              </a:rPr>
              <a:t>Van Hoi (Hendrick) Dang  ·  Ngoc Ngan Le  ·  Phuong Vy Ho  ·  Thi Kim Anh Bui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F6E6A"/>
                </a:solidFill>
              </a:rPr>
              <a:t>Four-quarter rolling average. Source: ABS, National, state and territory population, tables 310102 and 310104 (March 2026).  Code and data: github.com/HendrickDang/nt-population-equation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 Population Equation">
  <a:themeElements>
    <a:clrScheme name="NT Population Equation">
      <a:dk1>
        <a:srgbClr val="16181C"/>
      </a:dk1>
      <a:lt1>
        <a:srgbClr val="FCFCFB"/>
      </a:lt1>
      <a:dk2>
        <a:srgbClr val="52514E"/>
      </a:dk2>
      <a:lt2>
        <a:srgbClr val="E8E7E3"/>
      </a:lt2>
      <a:accent1>
        <a:srgbClr val="2A78D6"/>
      </a:accent1>
      <a:accent2>
        <a:srgbClr val="EB6834"/>
      </a:accent2>
      <a:accent3>
        <a:srgbClr val="1BAF7A"/>
      </a:accent3>
      <a:accent4>
        <a:srgbClr val="6F6E6A"/>
      </a:accent4>
      <a:accent5>
        <a:srgbClr val="C9C8C4"/>
      </a:accent5>
      <a:accent6>
        <a:srgbClr val="0B0B0B"/>
      </a:accent6>
      <a:hlink>
        <a:srgbClr val="2A78D6"/>
      </a:hlink>
      <a:folHlink>
        <a:srgbClr val="6250D6"/>
      </a:folHlink>
    </a:clrScheme>
    <a:fontScheme name="NT Population Equ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Territory's Population Equation</dc:title>
  <dc:subject>PptxGenJS Presentation</dc:subject>
  <dc:creator>Van Hoi (Hendrick) Dang</dc:creator>
  <cp:lastModifiedBy>Van Hoi (Hendrick) Dang</cp:lastModifiedBy>
  <cp:revision>1</cp:revision>
  <dcterms:created xsi:type="dcterms:W3CDTF">2026-10-17T14:51:54Z</dcterms:created>
  <dcterms:modified xsi:type="dcterms:W3CDTF">2026-10-17T14:51:54Z</dcterms:modified>
</cp:coreProperties>
</file>